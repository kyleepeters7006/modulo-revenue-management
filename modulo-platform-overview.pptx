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548640"/>
            <a:ext cx="36576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47472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0" y="416052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 Overview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475488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· Competitor intelligence · AI-driven insights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61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Portfolio-wide KPI summary across 50 campuses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7,894 total units · 86% average occupancy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$419M current annual revenue · $476M potential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trend charts by service line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" y="64008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8092440" cy="6309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86200" y="6537960"/>
            <a:ext cx="8092440" cy="25603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 &amp; Pricing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61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Unit-level current, street, and suggested rates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Modulo and AI rate generation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individual or bulk AI/Modulo suggestions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region, division, location, and service line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" y="64008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8092440" cy="6309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86200" y="6537960"/>
            <a:ext cx="8092440" cy="25603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Controls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61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pricing weights by location &amp; service 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target revenue growth generator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min/max rate constraints per service 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fallback: location → portfolio → global defaults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" y="64008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8092440" cy="6309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86200" y="6537960"/>
            <a:ext cx="8092440" cy="25603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61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map of nearby competitors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Auto-matched competitor rates to rent roll units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Care-level adjusted rate comparisons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via competitive survey Excel uploads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" y="64008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8092440" cy="6309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86200" y="6537960"/>
            <a:ext cx="8092440" cy="25603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Analytics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61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chart views: Rate Growth, Market Position, RRA Discounts, and more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average rates &amp; revenue opportunity ($63.5M)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vs rate growth scatter analysis across all campuses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trends and vacancy analysis tabs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" y="64008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8092440" cy="6309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86200" y="6537960"/>
            <a:ext cx="8092440" cy="25603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Attributes &amp; Pricing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61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pricing per room type with attribute uplift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ratings (view, floor, amenities) drive pricing delta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impact of attribute changes before applying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service line for targeted configuration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" y="64008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8092440" cy="6309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86200" y="6537960"/>
            <a:ext cx="8092440" cy="25603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Floor Plans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61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aerial / SVG floor plan viewer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unit availability by care level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unit assignment and polygon detection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bedrooms, floor, care level, and square footage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" y="64008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8092440" cy="6309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86200" y="6537960"/>
            <a:ext cx="8092440" cy="25603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61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rent roll, location, inquiry, and competitive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CSV/Excel uploads with live progress tracking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column mapping with fuzzy matching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Transaction-safe import with duplicate prevention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" y="64008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8092440" cy="6309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86200" y="6537960"/>
            <a:ext cx="8092440" cy="25603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&amp; Analytics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61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powered market analysis and rate recommendations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insights by location and service 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explanations with supporting 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learning loop: self-improving pricing weights daily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" y="64008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8092440" cy="6309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86200" y="6537960"/>
            <a:ext cx="8092440" cy="25603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Revenue Management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10896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revenue. Outperform the market.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campuses · 7,894 units · $419M revenue under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48056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· AI insights · Competitor intelligence · Interactive floor plans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Revenue Management Platform</dc:title>
  <dc:subject>Platform Feature Overview</dc:subject>
  <dc:creator>Modulo</dc:creator>
  <cp:lastModifiedBy>Modulo</cp:lastModifiedBy>
  <cp:revision>1</cp:revision>
  <dcterms:created xsi:type="dcterms:W3CDTF">2026-05-10T13:34:49Z</dcterms:created>
  <dcterms:modified xsi:type="dcterms:W3CDTF">2026-05-10T13:34:49Z</dcterms:modified>
</cp:coreProperties>
</file>